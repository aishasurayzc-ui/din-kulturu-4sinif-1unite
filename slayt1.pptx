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arget="https://www.youtube.com/embed/Y_U_fmZotVk" TargetMode="External" Type="http://schemas.openxmlformats.org/officeDocument/2006/relationships/video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💬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Hayattaki Dinî İfadeler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Dilek ve Dualarda Geçen Dinî İfadeler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Sübhâneke Duası ve Anlamı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Öğrendiklerimizi Değerlendiriyoruz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Genişletilmiş Kavramlar Sözlüğü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016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(1/4)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ifadeler, günlük hayatın hemen her anında karşımıza çıkar: bir işe başlarken, bir nimete kavuşunca, birine rastlayınca ya da bir hatamızı fark edince...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birinin kendine göre bir kullanım yeri ve manevi anlamı vardır.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📿 Besmele — "Bismillâhirrahmânirrahîm" Anlamı: "Rahman ve Rahim olan Allah'ın adıyla." Yemeğe, derse, bir işe veya yolculuğa başlarken söylenir.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Besmeleyle başlanan işlerin bereketli ve hayırlı olacağına inanılır.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peygamberimiz her güzel işe besmeleyle başlamamızı öğütlemiştir.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524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(2/4)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Hamd — "Elhamdülillah" Anlamı: "Övgü ve şükür Allah'a mahsustur." Bir nimete, güzel bir habere ya da başarıya kavuştuğumuzda Allah'ı övmek ve O'na teşekkür etmek için söylenir.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Hamd etmek, sahip olduklarımızın kıymetini bilmemizi sağlar.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💚 Şükür — "Allah'a şükür" Anlamı: Allah'ın bize verdiği nimetlere karşı duyulan minnettarlığı dile getirmektir.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Şükür, sadece dille söylenen bir söz değil; nimeti yerinde kullanmak ve başkalarıyla paylaşmaktır da.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Selam — "Selamünaleyküm" / "Ve aleykümselam" Anlamı: "Allah'ın selameti/esenliği senin üzerine olsun." Müslümanların karşılaştıklarında birbirlerine söylediği, sevgi ve barış dileyen bir ifadedir.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2032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(3/4)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selamı yaymayı, insanlar arasında sevgiyi artıran bir davranış olarak tavsiye etmiştir.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Tekbir — "Allahu Ekber" Anlamı: "Allah en büyüktür." Allah'ın büyüklüğünü, üstünlüğünü anmak için söylenir.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başında ve içinde, ezanda ve bayramlarda sıkça duyduğumuz bir ifadedir.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Salavat — "Allahümme salli alâ seyyidina Muhammed" Anlamı: Peygamberimize dua etmek, ona sevgi ve saygı sunmaktır.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Peygamberimizin adı anıldığında salavat getirmek, ona olan bağlılığımızı gösterir.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2540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(4/4)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😔 İstiğfar — "Estağfirullah" Anlamı: "Allah'tan bağışlanma dilerim." Yanlışlıkla kötü bir söz söylediğimizde, bir hata yaptığımızda ya da pişmanlık duyduğumuzda Allah'tan af dilemek için söylenir.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İstiğfar etmek, hatalarımızdan ders çıkarıp kendimizi düzeltmeye çalışmamız gerektiğini hatırlatır.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Tesbih — "Sübhanallah" Anlamı: "Allah'ı bütün eksikliklerden uzak tutarım." Allah'ın hiçbir kusuru olamayacağını, O'nun yüceliğini dile getirmek için; genellikle hayranlık uyandıran güzellikler karşısında da söylenir.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Dilek ve Dualarda Geçen Dinî İfadeler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Dua, kulun Allah'a yönelerek O'ndan bir şey istemesi, O'na yalvarması ve gönlünü açmasıdır.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Sevdiklerimize iyi dileklerde bulunurken de aslında onlar için Allah'tan bir şeyler dileriz.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İşte bu yüzden günlük hayatımızda birçok "dilek ifadesi" kullanırız: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55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Sübhâneke Duası ve Anlamı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kelime anlamı: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zaman okunur? Sübhâneke duası, namaza durup iftitah (başlangıç) tekbiri aldıktan hemen sonra, Kur'an okumaya başlamadan önce okunur.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bu duaya "namazın anahtarı" da denilebilir.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önemlidir? Sübhâneke duasıyla namaza, Allah'ı övüp yücelterek ve O'ndan başka ilah olmadığını hatırlayarak başlarız.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dua, kalbimizi ibadete hazırlar ve Allah'a olan bağlılığımızı tazeler.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064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Öğrendiklerimizi Değerlendiriyoruz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Ünitenin sonunda şu kazanımlar değerlendirilir: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kazanımlar, sayfadaki "✅ Değerlendirme" ve "📝 Araştırma Oyunları" bölümlerindeki zamanlı testlerle (can hakkı ve puanlama ile) ölçülür.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Genişletilmiş Kavramlar Sözlüğü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ifadeleri daha iyi anlayabilmek için bilmemiz gereken temel kavramlar, konularına göre gruplandırılmıştır: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ve Peygamberimizle İlgili Kavramlar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Bize Verdikleri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Davranışlarımızın Karşılığı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Ahiretle İlgili Kavramlar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5080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Genişletilmiş Kavramlar Sözlüğü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İbadetlerle İlgili Kavramlar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Mübarek Zaman ve Günler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588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Besmele 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Hamd —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Şükür 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Tekbir 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İstiğfar 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Tesbih —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Bize Verdikleri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Davranışlarımızın Karşılığı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Ahiretle İlgili Kavramlar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İbadetlerle İlgili Kavramlar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Mübarek Zaman ve Günler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604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Hamd, âlemlerin Rabbi Allah'a mahsustur.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Fatiha suresi, 2.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112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Eğer şükrederseniz, elbette size nimetimi artırırım.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İbrahim suresi, 7.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620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Çocuk İlahileri | Bibercik İlahileri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128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ifadeler nedir? İnsanlar, düşüncelerini ve duygularını dille ifade eder.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Dilimizde, dinimizin etkisiyle ortaya çıkmış ve günlük konuşmalarımıza yerleşmiş birçok söz ve kavram vardır.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İşte bunlara dinî ifadeler denir.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Sevincimizi, üzüntümüzü, şükranımızı, dileğimizi ya da bir hatamızı fark ettiğimizde bu ifadeleri kullanırız.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ifadeleri yerinde ve bilinçli kullanmak; Allah'ı, Peygamberimizi ve dinimizin öğütlediği güzel ahlakı hatırlamamızı sağlar.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863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1. Ünite: Günlük Hayattaki Dinî İfadeler</dc:title>
  <dc:subject>PptxGenJS Presentation</dc:subject>
  <dc:creator>Ayşe Yazıcı</dc:creator>
  <cp:lastModifiedBy>Ayşe Yazıcı</cp:lastModifiedBy>
  <cp:revision>1</cp:revision>
  <dcterms:created xsi:type="dcterms:W3CDTF">2026-07-12T13:24:04Z</dcterms:created>
  <dcterms:modified xsi:type="dcterms:W3CDTF">2026-07-12T13:24:04Z</dcterms:modified>
</cp:coreProperties>
</file>