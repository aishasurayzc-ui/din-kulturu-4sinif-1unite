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arget="https://www.youtube.com/embed/-CuSBVJnq4Y" TargetMode="External" Type="http://schemas.openxmlformats.org/officeDocument/2006/relationships/video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📖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İnancım ve Kur'an-ı Kerim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İslam'ın İnanç Esasları (İmanın Şartları)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İslam'ın Şartları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Tanıyorum: Âmentü Duası ve Anlamı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İslam'ın İnanç Esasları (İmanın Şartları)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dininde inanç esasları çok önemlidir.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kişinin Müslüman sayılabilmesi için inanması gerekli olan esaslara imanın şartları denir ve sayısı altıdır.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Müslüman bunların tamamına gönülden ve şüphe etmeksizin inanır; birine inanıp diğerine inanmamak söz konusu olamaz — iman esasları bir bütündür.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🕋 Allah'a İman Müslüman olarak ilk görevimiz Allah'a (cc) inanmaktır: O'nun varlığına, birliğine iman etmek ve O'ndan başka ibadete layık hiçbir varlık olmadığını kabul etmektir. "Allah'a inandım de, sonra da dosdoğru…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İslam'ın İnanç Esasları (İmanın Şartları)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👼 Meleklere İman Melekler, Allah'ın gözle görülmeyen, nurdan yarattığı varlıklardır; O'na ibadet ederler ve emrinden çıkmazlar.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Bilinen dört büyük melek: Cebrail (as) (vahiy getirir), Mikâil (as) (doğa olaylarıyla görevli), İsrafil (as) (sûru üfleyecek melek), Azrail (as) (canları alan melek).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Kitaplara İman Allah, bazı peygamberlerine emir ve yasaklarını içeren ilahi kitaplar göndermiştir.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🕌 Peygamberlere İman Hz. Muhammed (sav), Allah'ın gönderdiği peygamberlerin sonuncusudur.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İslam'ın İnanç Esasları (İmanın Şartları)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Ondan önce gelen tüm peygamberlere de inanır, aralarında ayrım yapmayız.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🌅 Ahirete İman Dünya hayatının sona ermesinden sonra bütün insanların yeniden diriltileceğine, hesaba çekileceğine inanmaktır.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🌠 Kader ve Kazaya İman Kader, Allah'ın evrende olmuş ve olacak her şeyi önceden bilip takdir etmesidir.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Kaza ise takdir edilenin, zamanı geldiğinde gerçekleşmesidir.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İslam'ın Şartları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Müslüman'ın yerine getirmesi gereken beş temel yükümlülüğe İslam'ın şartları denir.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Kelime-i Şehadet: "Eşhedü ellâ ilâhe illallah ve eşhedü enne Muhammeden abdühû ve rasûlüh" — Tanıklık ederim ki Allah'tan başka ilah yoktur ve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O'nun kulu ve peygamberidir.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🕌 Namaz: "Namaz dinin direğidir." (Tirmizi, İman, 8)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İslam'ın Şartları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Oruç: İmsaktan iftara kadar Allah için yeme-içmeden uzak durmaktır. Tutamayanlar kaza eder ya da fidye verir.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Zekât: Zengin Müslümanların malının belirli bir kısmını yılda bir kez ihtiyaç sahiplerine vermesidir.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🕋 Hac: İmkânı olan Müslümanların, ihram giyerek ömürlerinde bir kez Mekke'deki Kâbe'yi ziyaret etmesidir.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Kerim, Allah tarafından Cebrail (as) aracılığıyla Hz. Muhammed'e (sav) indirilmiştir.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vahiy 610 yılında Kadir Gecesi'nde geldi; 23 yıl sürdü, 632'de tamamlandı.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Tanıyorum: Âmentü Duası ve Anlamı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Âmentü duası, imanın altı şartını içeren bir duadır.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imanın şartları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Allah'a İman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Meleklere İman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Cebrail (as)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Mikâil (as)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İsrafil (as)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Azrail (as)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Kitaplara İman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Peygamberlere İman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Ahirete İman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Kader ve Kazaya İman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İslam'ın şartları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️ Kelime-i Şehadet: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Namaz: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Şüphesiz bu Kur'an en doğru yola iletir.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İsra suresi, 9.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Elif Lâm Mîm. Bu, kendisinde şüphe olmayan kitaptır; muttakiler için bir hidayettir.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Bakara suresi, 1-2. ayetler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7315200" cy="3703320"/>
          </a:xfrm>
          <a:prstGeom prst="roundRect">
            <a:avLst>
              <a:gd name="adj" fmla="val 1481"/>
            </a:avLst>
          </a:prstGeom>
          <a:solidFill>
            <a:srgbClr val="000000"/>
          </a:solidFill>
          <a:ln w="25400">
            <a:solidFill>
              <a:srgbClr val="B8860B"/>
            </a:solidFill>
            <a:prstDash val="solid"/>
          </a:ln>
        </p:spPr>
      </p:sp>
      <p:pic>
        <p:nvPicPr>
          <p:cNvPr id="3" name="Media 0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987552" y="941832"/>
            <a:ext cx="7168896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Kerim'i Tanıyalım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İman ne demektir? "Allah imandan ayırmasın." sözünü hepimiz duymuşuzdur.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İman, sözlükte birini söylediği sözde tasdik etmek, onun söylediğini kabul etmek, gönül huzuruyla ve şüpheye yer vermeden kalpten benimsemek demektir.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Dinî bir terim olarak iman; Hz.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Muhammed'in (sav) Allah'tan (cc) getirdiği hükümleri, bildirdiği ilkeleri tereddütsüz kabul etmek, bunların hak ve doğru olduğuna inanmaktır.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Sınıf DKAB — İnancım ve Kur'an-ı Kerim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4. Sınıf 2. Ünite: İnancım ve Kur'an-ı Kerim</dc:title>
  <dc:subject>PptxGenJS Presentation</dc:subject>
  <dc:creator>Ayşe Yazıcı</dc:creator>
  <cp:lastModifiedBy>Ayşe Yazıcı</cp:lastModifiedBy>
  <cp:revision>1</cp:revision>
  <dcterms:created xsi:type="dcterms:W3CDTF">2026-07-12T13:24:04Z</dcterms:created>
  <dcterms:modified xsi:type="dcterms:W3CDTF">2026-07-12T13:24:04Z</dcterms:modified>
</cp:coreProperties>
</file>